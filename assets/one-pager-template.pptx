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ПРОЕКТА]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[Краткий слоган: суть продукта в одном предложении]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0" y="15544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5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[Дата]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74320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45720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778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ПРОБЛЕМА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78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[Опишите боль потребителя в 1–2 предложениях. Opportunity Score: XX]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45720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8778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РЕШЕНИЕ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37560" y="106070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</a:rPr>
              <a:t>ЦП: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75888" y="106070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[Мы помогаем [кому] [что], в отличие от [конкурент], потому что [механизм]]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37560" y="1353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[Ключевые 2–3 фичи / механизм]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804672"/>
            <a:ext cx="269748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8778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РЫНОК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355080" y="106070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</a:rPr>
              <a:t>Тип: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93408" y="1060704"/>
            <a:ext cx="2176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[существующий / ресегментир. / новый]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55080" y="1243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TAM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55080" y="1408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млрд руб.]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0" y="1243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🟡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59752" y="1243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SAM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59752" y="1408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 млрд руб.]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62672" y="1243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🟡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64424" y="1243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SOM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964424" y="1408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 млн руб.]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67344" y="1243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🔴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011680"/>
            <a:ext cx="411480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2084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ЮНИТ-ЭКОНОМИКА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руб.]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25328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CAC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6916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 руб.]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91640" y="25328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LTV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632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[Zx]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63240" y="25328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LTV/CAC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00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мес.]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" y="2971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Payback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6916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мес.]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91640" y="2971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Runway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0632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063240" y="2971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B/E мес.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480560" y="2011680"/>
            <a:ext cx="443484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17720" y="20848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ГЛАВНЫЙ СЦЕНАРИЙ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1772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сценария]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17720" y="25420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Тип бизнеса: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52160" y="25420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[Продукт / Сервис / Маркетплейс / Hardware]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17720" y="26563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Монетизация: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0" y="26563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[подписка / комиссия / разовые / take rate]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17720" y="27706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Чек / GMV: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852160" y="27706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[X руб. | GMV мес.1: Y руб.]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17720" y="28849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COGS: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52160" y="28849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[XX%]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617720" y="29992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Gross Margin: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52160" y="29992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[XX%]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82880" y="3218688"/>
            <a:ext cx="2834640" cy="15727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20040" y="32918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ТОП-3 ИНСАЙТА ИЗ ИССЛЕДОВАНИЯ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20040" y="353872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94360" y="3511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[Инсайт 1 — паттерн из интервью, OS = XX]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395020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94360" y="3922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[Инсайт 2 — незакрытая потребность сегмента]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36168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361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94360" y="43342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[Инсайт 3 — ключевая боль из Job Map]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00400" y="3218688"/>
            <a:ext cx="3566160" cy="15727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337560" y="32918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ТОП-3 РИСКОВЫХ ГИПОТЕЗЫ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00400" y="3493008"/>
            <a:ext cx="36576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5112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[Гипотеза 1 — тип: Потребности]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337560" y="370332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Метод: [метод]  ·  Срок: [N д.]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00400" y="3913632"/>
            <a:ext cx="36576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7560" y="3931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[Гипотеза 2 — тип: Канала]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337560" y="4123944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Метод: [метод]  ·  Срок: [N д.]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00400" y="4334256"/>
            <a:ext cx="36576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37560" y="4352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[Гипотеза 3 — тип: Ценности]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337560" y="454456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Метод: [метод]  ·  Срок: [N д.]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949440" y="3218688"/>
            <a:ext cx="2011680" cy="15727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7086600" y="32918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СЛЕДУЮЩИЙ ШАГ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086600" y="353872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866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7086600" y="4087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[Конкретное действие]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086600" y="4480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[Владелец]  ·  [Срок]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5001768"/>
            <a:ext cx="4572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94A3B8"/>
                </a:solidFill>
              </a:rPr>
              <a:t>PRODUCT DISCOVERY  ·  ONE-PAGER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6858000" y="5001768"/>
            <a:ext cx="19659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94A3B8"/>
                </a:solidFill>
              </a:rPr>
              <a:t>КОНФИДЕНЦИАЛЬНО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One-pager — Product Discovery</dc:title>
  <dc:subject>PptxGenJS Presentation</dc:subject>
  <dc:creator>PptxGenJS</dc:creator>
  <cp:lastModifiedBy>PptxGenJS</cp:lastModifiedBy>
  <cp:revision>1</cp:revision>
  <dcterms:created xsi:type="dcterms:W3CDTF">2026-04-20T21:32:35Z</dcterms:created>
  <dcterms:modified xsi:type="dcterms:W3CDTF">2026-04-20T21:32:35Z</dcterms:modified>
</cp:coreProperties>
</file>